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558"/>
  </p:normalViewPr>
  <p:slideViewPr>
    <p:cSldViewPr snapToGrid="0" snapToObjects="1">
      <p:cViewPr varScale="1">
        <p:scale>
          <a:sx n="132" d="100"/>
          <a:sy n="132" d="100"/>
        </p:scale>
        <p:origin x="17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098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c020eca-1013-404d-9ae7-e955cbfbe36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E380B77-B497-1B40-985B-B8302270547E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4e4ca5c-bcb2-4055-ae5e-bc320cdf8aa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EEAB72-F765-284A-8E56-332A40911D5F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b34b68c-1967-4f8c-85a2-9041b0831c0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DDD99A-50B9-044B-9BEA-E30BB8193283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69fc8d8-ec9f-4ea7-ac20-68c056a8a35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93F3F9-D95E-A147-A6A3-CFECBD9684C8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12bb8eb-addf-4ec7-8dcb-c59c0788d19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A9C724-5730-2441-BE21-EDA56EADF849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dbb2987-5970-48bf-93fe-b31285f97bd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2F7916D-5464-804B-BBEA-B435C63AF328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d25d42c-169f-4574-ae97-5f4226e1a6ab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527A9DF-B950-1348-905C-B4EA2D9E8D40}"/>
              </a:ext>
            </a:extLst>
          </p:cNvPr>
          <p:cNvSpPr/>
          <p:nvPr/>
        </p:nvSpPr>
        <p:spPr>
          <a:xfrm>
            <a:off x="7239000" y="4762500"/>
            <a:ext cx="1905000" cy="3810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8da0f85-dc93-4496-9999-b594115df48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400F084-3FA3-7940-96A0-4A1AACDA404A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13913d5-6910-401d-ab96-77f775b36eac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22CD22-8345-9A4E-B0F5-D5A085E41DEE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2b4711f-8e60-40c9-b415-e9312a5cc35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ABD94B-AF56-3247-A1C5-F38A96061D83}"/>
              </a:ext>
            </a:extLst>
          </p:cNvPr>
          <p:cNvSpPr/>
          <p:nvPr/>
        </p:nvSpPr>
        <p:spPr>
          <a:xfrm>
            <a:off x="7239000" y="4762500"/>
            <a:ext cx="1905000" cy="3810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1eb2dc5-8c46-4334-92d3-cc395cdd9f7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23998CD-A00F-CF45-B84D-37D7C9B68C6A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cbdfe60-56a3-4f49-af82-acaae044edd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FAC5CC0-4963-9242-9835-7DBAEB58A4DF}"/>
              </a:ext>
            </a:extLst>
          </p:cNvPr>
          <p:cNvSpPr/>
          <p:nvPr/>
        </p:nvSpPr>
        <p:spPr>
          <a:xfrm>
            <a:off x="7366000" y="4826000"/>
            <a:ext cx="1778000" cy="317500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DD7BDF3-3FAD-3B48-BE0C-BF94CD4FAB0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8e0a2a8-0cee-4a7c-b37b-d1ea52ffe81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On-screen Show (16:9)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Miller, Greg</cp:lastModifiedBy>
  <cp:revision>3</cp:revision>
  <dcterms:created xsi:type="dcterms:W3CDTF">2026-04-07T15:04:48Z</dcterms:created>
  <dcterms:modified xsi:type="dcterms:W3CDTF">2026-04-07T15:16:54Z</dcterms:modified>
</cp:coreProperties>
</file>